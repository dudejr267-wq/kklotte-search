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10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7009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buly.kr/7FTMVNh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buly.kr/7FTMVNh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3200400"/>
            <a:ext cx="4114800" cy="4114800"/>
          </a:xfrm>
          <a:prstGeom prst="ellipse">
            <a:avLst/>
          </a:prstGeom>
          <a:solidFill>
            <a:srgbClr val="5C9D5E">
              <a:alpha val="22000"/>
            </a:srgbClr>
          </a:solidFill>
          <a:ln w="12700">
            <a:solidFill>
              <a:srgbClr val="5C9D5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FFC700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FOR </a:t>
            </a:r>
            <a:r>
              <a:rPr lang="en-US" sz="1200" b="1" kern="0" spc="500" dirty="0" err="1">
                <a:solidFill>
                  <a:srgbClr val="FFC700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영양선생님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경기롯데 상품검색기</a:t>
            </a:r>
            <a:endParaRPr lang="en-US" sz="50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731520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651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200" dirty="0">
                <a:solidFill>
                  <a:srgbClr val="C6E2C7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너무 많은 홍보지</a:t>
            </a:r>
            <a:r>
              <a:rPr lang="en-US" altLang="ko-KR" sz="2200" dirty="0">
                <a:solidFill>
                  <a:srgbClr val="C6E2C7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, </a:t>
            </a:r>
            <a:r>
              <a:rPr lang="ko-KR" altLang="en-US" sz="2200" dirty="0">
                <a:solidFill>
                  <a:srgbClr val="C6E2C7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이젠 바뀌어야 합니다</a:t>
            </a:r>
            <a:r>
              <a:rPr lang="en-US" altLang="ko-KR" sz="2200" dirty="0">
                <a:solidFill>
                  <a:srgbClr val="C6E2C7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7BC62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18개 브랜드 · 257개 상품 · 단가 + 행사지 한 화면에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863840" y="548640"/>
            <a:ext cx="640080" cy="640080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432" y="713232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85A30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BEFORE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혹시 이런 경험, 있으셨나요?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1188" y="1554480"/>
            <a:ext cx="2697480" cy="2880360"/>
          </a:xfrm>
          <a:prstGeom prst="rect">
            <a:avLst/>
          </a:prstGeom>
          <a:solidFill>
            <a:srgbClr val="FDEAE0"/>
          </a:solidFill>
          <a:ln w="12700">
            <a:solidFill>
              <a:srgbClr val="FDEA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1228" y="1965960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" y="21488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1228" y="29260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800" dirty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홍보지 지옥</a:t>
            </a:r>
            <a:endParaRPr lang="en-US" sz="1800" dirty="0"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681228" y="3429000"/>
            <a:ext cx="215722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너무 많은 홍보지</a:t>
            </a:r>
            <a:r>
              <a:rPr lang="en-US" altLang="ko-KR" sz="13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,</a:t>
            </a:r>
            <a:endParaRPr lang="en-US" sz="1300" dirty="0"/>
          </a:p>
          <a:p>
            <a:pPr marL="0" indent="0">
              <a:buNone/>
            </a:pPr>
            <a:r>
              <a:rPr lang="ko-KR" altLang="en-US" sz="13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한 달에 한 번 치우기도 바쁨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23260" y="1554480"/>
            <a:ext cx="2697480" cy="2880360"/>
          </a:xfrm>
          <a:prstGeom prst="rect">
            <a:avLst/>
          </a:prstGeom>
          <a:solidFill>
            <a:srgbClr val="FDEAE0"/>
          </a:solidFill>
          <a:ln w="12700">
            <a:solidFill>
              <a:srgbClr val="FDEAE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43300" y="1965960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6180" y="214884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3300" y="2926080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Gmarket Sans" pitchFamily="34" charset="-120"/>
              </a:rPr>
              <a:t>브랜드별 파일 흩어짐</a:t>
            </a:r>
            <a:endParaRPr lang="en-US" sz="1800" dirty="0"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sp>
        <p:nvSpPr>
          <p:cNvPr id="13" name="Text 9"/>
          <p:cNvSpPr/>
          <p:nvPr/>
        </p:nvSpPr>
        <p:spPr>
          <a:xfrm>
            <a:off x="3543300" y="342900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“</a:t>
            </a:r>
            <a:r>
              <a:rPr lang="ko-KR" altLang="en-US" sz="13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그 때 그 제품 뭐였더라</a:t>
            </a:r>
            <a:r>
              <a:rPr lang="en-US" altLang="ko-KR" sz="13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”</a:t>
            </a:r>
            <a:endParaRPr lang="en-US" sz="1300" dirty="0"/>
          </a:p>
          <a:p>
            <a:pPr marL="0" indent="0">
              <a:buNone/>
            </a:pPr>
            <a:r>
              <a:rPr lang="ko-KR" altLang="en-US" sz="13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기억하기 어려운 정보들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085332" y="1554480"/>
            <a:ext cx="2697480" cy="2880360"/>
          </a:xfrm>
          <a:prstGeom prst="rect">
            <a:avLst/>
          </a:prstGeom>
          <a:solidFill>
            <a:srgbClr val="FDEAE0"/>
          </a:solidFill>
          <a:ln w="12700">
            <a:solidFill>
              <a:srgbClr val="FDEAE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05372" y="1965960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8252" y="214884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5372" y="2926080"/>
            <a:ext cx="22877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Gmarket Sans" pitchFamily="34" charset="-120"/>
              </a:rPr>
              <a:t>단가 확인까지 두 번 일</a:t>
            </a:r>
            <a:endParaRPr lang="en-US" sz="1800" dirty="0"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6405372" y="342900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행사지에서 제품 찾고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다시 단가표에서 가격 확인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4864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D85A30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이런 불편을 한 번에 해결합니다 →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85A30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AFTER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이제는 검색 한 번이면 끝.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657600" cy="2743200"/>
          </a:xfrm>
          <a:prstGeom prst="rect">
            <a:avLst/>
          </a:prstGeom>
          <a:solidFill>
            <a:srgbClr val="F8FAF6"/>
          </a:solidFill>
          <a:ln w="12700">
            <a:solidFill>
              <a:srgbClr val="E2E8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기존 방식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5분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914400" y="35661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행사지</a:t>
            </a:r>
            <a:r>
              <a:rPr lang="en-US" sz="13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 + 단가표를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오가며 제품 확인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697480"/>
            <a:ext cx="365760" cy="365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37760" y="1554480"/>
            <a:ext cx="3657600" cy="2743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21208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C700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검색기 사용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212080" y="23317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5초</a:t>
            </a:r>
            <a:endParaRPr lang="en-US" sz="9600" dirty="0"/>
          </a:p>
        </p:txBody>
      </p:sp>
      <p:sp>
        <p:nvSpPr>
          <p:cNvPr id="12" name="Text 9"/>
          <p:cNvSpPr/>
          <p:nvPr/>
        </p:nvSpPr>
        <p:spPr>
          <a:xfrm>
            <a:off x="5212080" y="35661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6E2C7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제품명 입력 한 번이면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6E2C7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단가 + 행사지 한 화면에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같은 일에 60배 빨라집니다.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85A30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검색기가 해주는 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1188" y="1554480"/>
            <a:ext cx="2697480" cy="2834640"/>
          </a:xfrm>
          <a:prstGeom prst="rect">
            <a:avLst/>
          </a:prstGeom>
          <a:solidFill>
            <a:srgbClr val="F8FAF6"/>
          </a:solidFill>
          <a:ln w="12700">
            <a:solidFill>
              <a:srgbClr val="E2E8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1188" y="1554480"/>
            <a:ext cx="2697480" cy="9144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1228" y="2011680"/>
            <a:ext cx="868680" cy="868680"/>
          </a:xfrm>
          <a:prstGeom prst="ellipse">
            <a:avLst/>
          </a:prstGeom>
          <a:solidFill>
            <a:srgbClr val="FDEAE0"/>
          </a:solidFill>
          <a:ln w="12700">
            <a:solidFill>
              <a:srgbClr val="FDEAE0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" y="224028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1228" y="30632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빠른 검색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81228" y="352044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제품명·브랜드·카테고리를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입력하면 즉시 결과 표시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23260" y="1554480"/>
            <a:ext cx="2697480" cy="2834640"/>
          </a:xfrm>
          <a:prstGeom prst="rect">
            <a:avLst/>
          </a:prstGeom>
          <a:solidFill>
            <a:srgbClr val="F8FAF6"/>
          </a:solidFill>
          <a:ln w="12700">
            <a:solidFill>
              <a:srgbClr val="E2E8E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23260" y="1554480"/>
            <a:ext cx="2697480" cy="9144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43300" y="2011680"/>
            <a:ext cx="868680" cy="868680"/>
          </a:xfrm>
          <a:prstGeom prst="ellipse">
            <a:avLst/>
          </a:prstGeom>
          <a:solidFill>
            <a:srgbClr val="FDEAE0"/>
          </a:solidFill>
          <a:ln w="12700">
            <a:solidFill>
              <a:srgbClr val="FDEAE0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1900" y="224028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43300" y="30632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단가·단위 한눈에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3543300" y="352044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각 제품 카드에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단가와 포장 단위까지 표시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085332" y="1554480"/>
            <a:ext cx="2697480" cy="2834640"/>
          </a:xfrm>
          <a:prstGeom prst="rect">
            <a:avLst/>
          </a:prstGeom>
          <a:solidFill>
            <a:srgbClr val="F8FAF6"/>
          </a:solidFill>
          <a:ln w="12700">
            <a:solidFill>
              <a:srgbClr val="E2E8E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85332" y="1554480"/>
            <a:ext cx="2697480" cy="9144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05372" y="2011680"/>
            <a:ext cx="868680" cy="868680"/>
          </a:xfrm>
          <a:prstGeom prst="ellipse">
            <a:avLst/>
          </a:prstGeom>
          <a:solidFill>
            <a:srgbClr val="FDEAE0"/>
          </a:solidFill>
          <a:ln w="12700">
            <a:solidFill>
              <a:srgbClr val="FDEAE0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3972" y="224028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05372" y="30632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행사지 자동 표시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6405372" y="352044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제품 카드 클릭 시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해당 행사지 페이지가 팝업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85A30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STEP 1 · 사용법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사이트 접속하기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046720" cy="11887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91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C700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주소창에 입력하거나, 받으신 링크를 클릭하세요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/>
              </a:rPr>
              <a:t>https://buly.kr/7FTMVNh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3931920" cy="1463040"/>
          </a:xfrm>
          <a:prstGeom prst="rect">
            <a:avLst/>
          </a:prstGeom>
          <a:solidFill>
            <a:srgbClr val="F8FAF6"/>
          </a:solidFill>
          <a:ln w="12700">
            <a:solidFill>
              <a:srgbClr val="E2E8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337560"/>
            <a:ext cx="777240" cy="7772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3520440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83080" y="3291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PC에서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783080" y="36576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브라우저 즐겨찾기에 추가하고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바로가기로 사용하세요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63440" y="3017520"/>
            <a:ext cx="3931920" cy="1463040"/>
          </a:xfrm>
          <a:prstGeom prst="rect">
            <a:avLst/>
          </a:prstGeom>
          <a:solidFill>
            <a:srgbClr val="F8FAF6"/>
          </a:solidFill>
          <a:ln w="12700">
            <a:solidFill>
              <a:srgbClr val="E2E8E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92040" y="3337560"/>
            <a:ext cx="777240" cy="7772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1496" y="3511296"/>
            <a:ext cx="347472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897880" y="3291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스마트폰에서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897880" y="36576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홈 화면에 추가하면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앱처럼 한 번에 열립니다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4864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※ 인터넷만 연결되어 있으면 어디서든 접속 가능합니다.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85A30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STEP 2 · 사용법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메인 화면 한눈에 보기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206240" cy="3291840"/>
          </a:xfrm>
          <a:prstGeom prst="rect">
            <a:avLst/>
          </a:prstGeom>
          <a:solidFill>
            <a:srgbClr val="F8FAF6"/>
          </a:solidFill>
          <a:ln w="19050">
            <a:solidFill>
              <a:srgbClr val="E2E8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경기롯데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18개 브랜드 · 학교급식 전문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05840" y="2606040"/>
            <a:ext cx="329184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 w="19050">
            <a:solidFill>
              <a:srgbClr val="E2E8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651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제품명, 브랜드, 카테고리 검색…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31920" y="2660904"/>
            <a:ext cx="292608" cy="292608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928" y="2724912"/>
            <a:ext cx="164592" cy="16459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60120" y="3200400"/>
            <a:ext cx="594360" cy="256032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E2E8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0120" y="321868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🍖 돈까스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1600200" y="3200400"/>
            <a:ext cx="594360" cy="256032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E2E8E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600200" y="321868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🍢 소떡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2240280" y="3200400"/>
            <a:ext cx="594360" cy="256032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E2E8E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240280" y="321868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🥟 만두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880360" y="3200400"/>
            <a:ext cx="594360" cy="256032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E2E8E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880360" y="321868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🍗 치킨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3520440" y="3200400"/>
            <a:ext cx="594360" cy="256032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E2E8E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520440" y="321868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🥘 탕수육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160520" y="3200400"/>
            <a:ext cx="594360" cy="256032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E2E8E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160520" y="321868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🦐 새우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960120" y="3520440"/>
            <a:ext cx="594360" cy="256032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E2E8E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60120" y="353872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🎂 케이크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1600200" y="3520440"/>
            <a:ext cx="594360" cy="256032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E2E8E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600200" y="353872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🍡 떡/한과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2240280" y="3520440"/>
            <a:ext cx="594360" cy="256032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E2E8E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240280" y="353872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🧊 설빙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2880360" y="3520440"/>
            <a:ext cx="594360" cy="256032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E2E8E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880360" y="353872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🌿 아워밀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3520440" y="3520440"/>
            <a:ext cx="594360" cy="256032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E2E8E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20440" y="353872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🍧 빙수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160520" y="3520440"/>
            <a:ext cx="594360" cy="256032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E2E8E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160520" y="353872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🥭 망고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822960" y="4023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냠냐미 · 안심찬 · 올바른 · 돌코리아 · 파스튀르 · 동서식품 +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5029200" y="1554480"/>
            <a:ext cx="502920" cy="502920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02920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①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5669280" y="15727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검색창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5669280" y="190195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제품명·브랜드·카테고리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무엇이든 입력 가능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5029200" y="2606040"/>
            <a:ext cx="502920" cy="502920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02920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②</a:t>
            </a:r>
            <a:endParaRPr lang="en-US" sz="1800" dirty="0"/>
          </a:p>
        </p:txBody>
      </p:sp>
      <p:sp>
        <p:nvSpPr>
          <p:cNvPr id="42" name="Text 39"/>
          <p:cNvSpPr/>
          <p:nvPr/>
        </p:nvSpPr>
        <p:spPr>
          <a:xfrm>
            <a:off x="5669280" y="26243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1A1A1A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빠른</a:t>
            </a:r>
            <a:r>
              <a:rPr lang="en-US" sz="1500" b="1" dirty="0">
                <a:solidFill>
                  <a:srgbClr val="1A1A1A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 </a:t>
            </a:r>
            <a:r>
              <a:rPr lang="en-US" sz="1500" b="1" dirty="0" err="1">
                <a:solidFill>
                  <a:srgbClr val="1A1A1A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태그</a:t>
            </a:r>
            <a:endParaRPr lang="en-US" sz="1500" dirty="0"/>
          </a:p>
        </p:txBody>
      </p:sp>
      <p:sp>
        <p:nvSpPr>
          <p:cNvPr id="43" name="Text 40"/>
          <p:cNvSpPr/>
          <p:nvPr/>
        </p:nvSpPr>
        <p:spPr>
          <a:xfrm>
            <a:off x="5669280" y="295351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자주 찾는 키워드를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클릭만 해도 검색됨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5029200" y="3657600"/>
            <a:ext cx="502920" cy="502920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02920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③</a:t>
            </a:r>
            <a:endParaRPr lang="en-US" sz="1800" dirty="0"/>
          </a:p>
        </p:txBody>
      </p:sp>
      <p:sp>
        <p:nvSpPr>
          <p:cNvPr id="46" name="Text 43"/>
          <p:cNvSpPr/>
          <p:nvPr/>
        </p:nvSpPr>
        <p:spPr>
          <a:xfrm>
            <a:off x="5669280" y="36758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브랜드 표시</a:t>
            </a:r>
            <a:endParaRPr lang="en-US" sz="1500" dirty="0"/>
          </a:p>
        </p:txBody>
      </p:sp>
      <p:sp>
        <p:nvSpPr>
          <p:cNvPr id="47" name="Text 44"/>
          <p:cNvSpPr/>
          <p:nvPr/>
        </p:nvSpPr>
        <p:spPr>
          <a:xfrm>
            <a:off x="5669280" y="400507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 err="1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경기롯데</a:t>
            </a:r>
            <a:r>
              <a:rPr lang="ko-KR" altLang="en-US" sz="11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 모든</a:t>
            </a:r>
            <a:r>
              <a:rPr lang="en-US" sz="11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 브랜드를 한곳에서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확인할 수 있어요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85A30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STEP 3 · 사용법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상품 검색하는 두 가지 방법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931920" cy="3200400"/>
          </a:xfrm>
          <a:prstGeom prst="rect">
            <a:avLst/>
          </a:prstGeom>
          <a:solidFill>
            <a:srgbClr val="F8FAF6"/>
          </a:solidFill>
          <a:ln w="12700">
            <a:solidFill>
              <a:srgbClr val="E2E8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8013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직접 입력하기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63040" y="21488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검색창에 키워드 타이핑 후 Enter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2651760"/>
            <a:ext cx="338328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9050">
            <a:solidFill>
              <a:srgbClr val="D85A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7157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돈까스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703320" y="2715768"/>
            <a:ext cx="365760" cy="365760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2798064"/>
            <a:ext cx="210312" cy="21031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22960" y="3291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85A30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예시 키워드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35661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"돈까스"  /  "냠냐미 소떡"  /  "치킨"  /  "설빙 빙수"  /  "우유"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1508760"/>
            <a:ext cx="3931920" cy="3200400"/>
          </a:xfrm>
          <a:prstGeom prst="rect">
            <a:avLst/>
          </a:prstGeom>
          <a:solidFill>
            <a:srgbClr val="F8FAF6"/>
          </a:solidFill>
          <a:ln w="12700">
            <a:solidFill>
              <a:srgbClr val="E2E8E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937760" y="1783080"/>
            <a:ext cx="502920" cy="502920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377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②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577840" y="18013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빠른 태그 클릭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5577840" y="21488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자주 찾는 키워드는 클릭만 해도 검색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937760" y="2606040"/>
            <a:ext cx="768096" cy="292608"/>
          </a:xfrm>
          <a:prstGeom prst="roundRect">
            <a:avLst>
              <a:gd name="adj" fmla="val 46875"/>
            </a:avLst>
          </a:prstGeom>
          <a:solidFill>
            <a:srgbClr val="FFFFFF"/>
          </a:solidFill>
          <a:ln w="12700">
            <a:solidFill>
              <a:srgbClr val="E2E8E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37760" y="2642616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🍖 돈까스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779008" y="2606040"/>
            <a:ext cx="768096" cy="292608"/>
          </a:xfrm>
          <a:prstGeom prst="roundRect">
            <a:avLst>
              <a:gd name="adj" fmla="val 46875"/>
            </a:avLst>
          </a:prstGeom>
          <a:solidFill>
            <a:srgbClr val="FFFFFF"/>
          </a:solidFill>
          <a:ln w="12700">
            <a:solidFill>
              <a:srgbClr val="E2E8E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79008" y="2642616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🍢 소떡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620256" y="2606040"/>
            <a:ext cx="768096" cy="292608"/>
          </a:xfrm>
          <a:prstGeom prst="roundRect">
            <a:avLst>
              <a:gd name="adj" fmla="val 46875"/>
            </a:avLst>
          </a:prstGeom>
          <a:solidFill>
            <a:srgbClr val="FFFFFF"/>
          </a:solidFill>
          <a:ln w="12700">
            <a:solidFill>
              <a:srgbClr val="E2E8E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620256" y="2642616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🥟 만두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7461504" y="2606040"/>
            <a:ext cx="768096" cy="292608"/>
          </a:xfrm>
          <a:prstGeom prst="roundRect">
            <a:avLst>
              <a:gd name="adj" fmla="val 46875"/>
            </a:avLst>
          </a:prstGeom>
          <a:solidFill>
            <a:srgbClr val="FFFFFF"/>
          </a:solidFill>
          <a:ln w="12700">
            <a:solidFill>
              <a:srgbClr val="E2E8E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461504" y="2642616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🍗 치킨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937760" y="2971800"/>
            <a:ext cx="768096" cy="292608"/>
          </a:xfrm>
          <a:prstGeom prst="roundRect">
            <a:avLst>
              <a:gd name="adj" fmla="val 46875"/>
            </a:avLst>
          </a:prstGeom>
          <a:solidFill>
            <a:srgbClr val="FFFFFF"/>
          </a:solidFill>
          <a:ln w="12700">
            <a:solidFill>
              <a:srgbClr val="E2E8E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37760" y="3008376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🥘 탕수육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5779008" y="2971800"/>
            <a:ext cx="768096" cy="292608"/>
          </a:xfrm>
          <a:prstGeom prst="roundRect">
            <a:avLst>
              <a:gd name="adj" fmla="val 46875"/>
            </a:avLst>
          </a:prstGeom>
          <a:solidFill>
            <a:srgbClr val="FFFFFF"/>
          </a:solidFill>
          <a:ln w="12700">
            <a:solidFill>
              <a:srgbClr val="E2E8E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779008" y="3008376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🦐 새우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6620256" y="2971800"/>
            <a:ext cx="768096" cy="292608"/>
          </a:xfrm>
          <a:prstGeom prst="roundRect">
            <a:avLst>
              <a:gd name="adj" fmla="val 46875"/>
            </a:avLst>
          </a:prstGeom>
          <a:solidFill>
            <a:srgbClr val="FFFFFF"/>
          </a:solidFill>
          <a:ln w="12700">
            <a:solidFill>
              <a:srgbClr val="E2E8E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620256" y="3008376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🐟 가자미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7461504" y="2971800"/>
            <a:ext cx="768096" cy="292608"/>
          </a:xfrm>
          <a:prstGeom prst="roundRect">
            <a:avLst>
              <a:gd name="adj" fmla="val 46875"/>
            </a:avLst>
          </a:prstGeom>
          <a:solidFill>
            <a:srgbClr val="FFFFFF"/>
          </a:solidFill>
          <a:ln w="12700">
            <a:solidFill>
              <a:srgbClr val="E2E8E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461504" y="3008376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🎂 케이크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4937760" y="3337560"/>
            <a:ext cx="768096" cy="292608"/>
          </a:xfrm>
          <a:prstGeom prst="roundRect">
            <a:avLst>
              <a:gd name="adj" fmla="val 46875"/>
            </a:avLst>
          </a:prstGeom>
          <a:solidFill>
            <a:srgbClr val="FFFFFF"/>
          </a:solidFill>
          <a:ln w="12700">
            <a:solidFill>
              <a:srgbClr val="E2E8E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937760" y="3374136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🍡 떡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5779008" y="3337560"/>
            <a:ext cx="768096" cy="292608"/>
          </a:xfrm>
          <a:prstGeom prst="roundRect">
            <a:avLst>
              <a:gd name="adj" fmla="val 46875"/>
            </a:avLst>
          </a:prstGeom>
          <a:solidFill>
            <a:srgbClr val="FFFFFF"/>
          </a:solidFill>
          <a:ln w="12700">
            <a:solidFill>
              <a:srgbClr val="E2E8E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779008" y="3374136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🥛 요거트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6620256" y="3337560"/>
            <a:ext cx="768096" cy="292608"/>
          </a:xfrm>
          <a:prstGeom prst="roundRect">
            <a:avLst>
              <a:gd name="adj" fmla="val 46875"/>
            </a:avLst>
          </a:prstGeom>
          <a:solidFill>
            <a:srgbClr val="FFFFFF"/>
          </a:solidFill>
          <a:ln w="12700">
            <a:solidFill>
              <a:srgbClr val="E2E8E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620256" y="3374136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🧊 설빙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7461504" y="3337560"/>
            <a:ext cx="768096" cy="292608"/>
          </a:xfrm>
          <a:prstGeom prst="roundRect">
            <a:avLst>
              <a:gd name="adj" fmla="val 46875"/>
            </a:avLst>
          </a:prstGeom>
          <a:solidFill>
            <a:srgbClr val="FFFFFF"/>
          </a:solidFill>
          <a:ln w="12700">
            <a:solidFill>
              <a:srgbClr val="E2E8E3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461504" y="3374136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🥭 망고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4937760" y="4114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 err="1">
                <a:solidFill>
                  <a:srgbClr val="D85A30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인기</a:t>
            </a:r>
            <a:r>
              <a:rPr lang="en-US" sz="1100" i="1" dirty="0">
                <a:solidFill>
                  <a:srgbClr val="D85A30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 키워드 제공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85A30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STEP 4 · 사용법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결과 화면 활용하기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37744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E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63040"/>
            <a:ext cx="2377440" cy="137160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459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🍖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2468880" y="1554480"/>
            <a:ext cx="457200" cy="228600"/>
          </a:xfrm>
          <a:prstGeom prst="roundRect">
            <a:avLst>
              <a:gd name="adj" fmla="val 2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56362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NEW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94360" cy="228600"/>
          </a:xfrm>
          <a:prstGeom prst="roundRect">
            <a:avLst>
              <a:gd name="adj" fmla="val 20000"/>
            </a:avLst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563624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냠냐미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4672" y="2926080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남산통등심돈까스 1.6Kg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" y="3246120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냠냐미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04672" y="352044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85A30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24,599원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04672" y="3886200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1.6Kg (80g × 20ea)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04672" y="4160520"/>
            <a:ext cx="457200" cy="201168"/>
          </a:xfrm>
          <a:prstGeom prst="roundRect">
            <a:avLst>
              <a:gd name="adj" fmla="val 22727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4178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65100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베스트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0" y="1686560"/>
            <a:ext cx="54864" cy="27432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22192" y="1640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브랜드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22192" y="188772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어느 회사 제품인지 한눈에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0" y="2143760"/>
            <a:ext cx="54864" cy="27432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22192" y="2098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NEW · 할인 · 베스트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22192" y="234492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신제</a:t>
            </a:r>
            <a:r>
              <a:rPr lang="ko-KR" altLang="en-US" sz="11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품 </a:t>
            </a:r>
            <a:r>
              <a:rPr lang="en-US" sz="1100" dirty="0" err="1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세일</a:t>
            </a:r>
            <a:r>
              <a:rPr lang="en-US" sz="11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 </a:t>
            </a:r>
            <a:r>
              <a:rPr lang="en-US" sz="1100" dirty="0" err="1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제품을</a:t>
            </a:r>
            <a:r>
              <a:rPr lang="en-US" sz="11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 </a:t>
            </a:r>
            <a:r>
              <a:rPr lang="en-US" sz="1100" dirty="0" err="1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빨강</a:t>
            </a:r>
            <a:r>
              <a:rPr lang="en-US" sz="11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 </a:t>
            </a:r>
            <a:r>
              <a:rPr lang="en-US" sz="1100" dirty="0" err="1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녹색</a:t>
            </a:r>
            <a:r>
              <a:rPr lang="en-US" sz="11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 배지로 강조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0" y="2700020"/>
            <a:ext cx="54864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22192" y="26543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제품명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822192" y="290118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정확한 품명과 규격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0" y="3200400"/>
            <a:ext cx="54864" cy="27432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22192" y="3154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단가 (오렌지색)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822192" y="340156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발주 단가 — 별도 단가표 없이 바로 확인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0" y="3749040"/>
            <a:ext cx="54864" cy="274320"/>
          </a:xfrm>
          <a:prstGeom prst="rect">
            <a:avLst/>
          </a:prstGeom>
          <a:solidFill>
            <a:srgbClr val="6B7E6D"/>
          </a:solidFill>
          <a:ln w="12700">
            <a:solidFill>
              <a:srgbClr val="6B7E6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22192" y="3703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포장 단위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822192" y="395020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1.6Kg · 80g × 20개 등 상세 단위 표시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0" y="4297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85A30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그리고 결과 화면 상단에서…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57600" y="45537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🏷️ 브랜드 필터  ·  ↕️ 정렬 (가격 낮은순/높은순/이름순)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85A30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STEP 5 · 사용법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행사지 페이지 바로 확인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40080" cy="640080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700784"/>
            <a:ext cx="329184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600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궁금한 제품 카드를 클릭하면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417320" y="19202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해당 행사지 페이지가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자동으로 떠요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27432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PDF를 따로 열거나 페이지를 찾을 필요 없습니다.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B7E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제품이 실린 행사지 페이지로 한 번에 이동.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794760"/>
            <a:ext cx="4206240" cy="777240"/>
          </a:xfrm>
          <a:prstGeom prst="roundRect">
            <a:avLst>
              <a:gd name="adj" fmla="val 7059"/>
            </a:avLst>
          </a:prstGeom>
          <a:solidFill>
            <a:srgbClr val="FDEAE0"/>
          </a:solidFill>
          <a:ln w="12700">
            <a:solidFill>
              <a:srgbClr val="FDEA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38587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85A30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팝업 닫는 법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4114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우측 상단 ✕ 클릭  또는  화면 어두운 부분 클릭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818120" y="2148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✕</a:t>
            </a:r>
            <a:endParaRPr lang="en-US" sz="1200" dirty="0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663D9431-A11B-E1A4-EEB6-13369C886E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2301" y="1158431"/>
            <a:ext cx="2646680" cy="34419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474720"/>
            <a:ext cx="4114800" cy="4114800"/>
          </a:xfrm>
          <a:prstGeom prst="ellipse">
            <a:avLst/>
          </a:prstGeom>
          <a:solidFill>
            <a:srgbClr val="5C9D5E">
              <a:alpha val="22000"/>
            </a:srgbClr>
          </a:solidFill>
          <a:ln w="12700">
            <a:solidFill>
              <a:srgbClr val="5C9D5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FFC700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FINAL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이제 발주가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한결 가벼워집니다.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640080" y="2880360"/>
            <a:ext cx="731520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C700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바로 접속하기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4107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/>
              </a:rPr>
              <a:t>https://buly.kr/7FTMVNh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4114800"/>
            <a:ext cx="365760" cy="365760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4215384"/>
            <a:ext cx="164592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4160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6E2C7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자주 쓰시는 </a:t>
            </a:r>
            <a:r>
              <a:rPr lang="en-US" sz="1300" dirty="0" err="1">
                <a:solidFill>
                  <a:srgbClr val="C6E2C7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분은</a:t>
            </a:r>
            <a:r>
              <a:rPr lang="en-US" sz="1300" dirty="0">
                <a:solidFill>
                  <a:srgbClr val="C6E2C7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 </a:t>
            </a:r>
            <a:r>
              <a:rPr lang="ko-KR" altLang="en-US" sz="1300" dirty="0">
                <a:solidFill>
                  <a:srgbClr val="C6E2C7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북마크 </a:t>
            </a:r>
            <a:r>
              <a:rPr lang="en-US" sz="1300" dirty="0" err="1">
                <a:solidFill>
                  <a:srgbClr val="C6E2C7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즐겨찾기</a:t>
            </a:r>
            <a:r>
              <a:rPr lang="en-US" sz="1300" dirty="0">
                <a:solidFill>
                  <a:srgbClr val="C6E2C7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 추가를 추천드립니다.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7BC62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문의 : </a:t>
            </a:r>
            <a:r>
              <a:rPr lang="en-US" sz="1100" i="1" dirty="0" err="1">
                <a:solidFill>
                  <a:srgbClr val="97BC62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경기롯데</a:t>
            </a:r>
            <a:r>
              <a:rPr lang="en-US" sz="1100" i="1" dirty="0">
                <a:solidFill>
                  <a:srgbClr val="97BC62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 </a:t>
            </a:r>
            <a:r>
              <a:rPr lang="ko-KR" altLang="en-US" sz="1100" i="1" dirty="0">
                <a:solidFill>
                  <a:srgbClr val="97BC62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이영덕 </a:t>
            </a:r>
            <a:r>
              <a:rPr lang="en-US" altLang="ko-KR" sz="1100" i="1" dirty="0">
                <a:solidFill>
                  <a:srgbClr val="97BC62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/ 010.8827.3316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530</Words>
  <Application>Microsoft Office PowerPoint</Application>
  <PresentationFormat>화면 슬라이드 쇼(16:9)</PresentationFormat>
  <Paragraphs>152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Gmarket Sans</vt:lpstr>
      <vt:lpstr>G마켓 산스 Bold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경기롯데 상품검색기 안내</dc:title>
  <dc:subject>PptxGenJS Presentation</dc:subject>
  <dc:creator>경기롯데</dc:creator>
  <cp:lastModifiedBy>241229</cp:lastModifiedBy>
  <cp:revision>3</cp:revision>
  <dcterms:created xsi:type="dcterms:W3CDTF">2026-04-30T03:16:27Z</dcterms:created>
  <dcterms:modified xsi:type="dcterms:W3CDTF">2026-04-30T03:33:34Z</dcterms:modified>
</cp:coreProperties>
</file>